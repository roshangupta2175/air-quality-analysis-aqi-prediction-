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 Air Quality Analysis (Multiple Cities)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Data Science Project</a:t>
            </a:r>
          </a:p>
          <a:p>
            <a:r>
              <a:t>By Aditya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pPr lvl="1"/>
            <a:r>
              <a:t>Analyze air quality across major Indian cities and predict AQI using pollutant data.</a:t>
            </a:r>
          </a:p>
          <a:p>
            <a:pPr lvl="1"/>
            <a:r>
              <a:t>Deliverables: EDA, ML model (Random Forest), Results,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Project-provided CSV (sample)</a:t>
            </a:r>
          </a:p>
          <a:p>
            <a:pPr lvl="1"/>
            <a:r>
              <a:t>Cities: Delhi, Mumbai, Kolkata, Chennai, Bengaluru</a:t>
            </a:r>
          </a:p>
          <a:p>
            <a:pPr lvl="1"/>
            <a:r>
              <a:t>Features: PM2.5, PM10, NO2, SO2, CO, O3, AQI, Date</a:t>
            </a:r>
          </a:p>
          <a:p>
            <a:pPr lvl="1"/>
            <a:r>
              <a:t>Notes: Sample dataset for demonstration; replace with full Kaggle dataset for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taken:</a:t>
            </a:r>
          </a:p>
          <a:p>
            <a:pPr lvl="1"/>
            <a:r>
              <a:t>Handled encoding &amp; parsing issues; converted Date to datetime.</a:t>
            </a:r>
          </a:p>
          <a:p>
            <a:pPr lvl="1"/>
            <a:r>
              <a:t>Checked for missing values and ensured numeric types for pollutants.</a:t>
            </a:r>
          </a:p>
          <a:p>
            <a:pPr lvl="1"/>
            <a:r>
              <a:t>Saved clean CSV and organized project folder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- 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Included visualizations:</a:t>
            </a:r>
          </a:p>
          <a:p>
            <a:pPr lvl="1"/>
            <a:r>
              <a:t>Average AQI by city (bar chart)</a:t>
            </a:r>
          </a:p>
          <a:p>
            <a:pPr lvl="1"/>
            <a:r>
              <a:t>AQI trend over time (line charts per city)</a:t>
            </a:r>
          </a:p>
          <a:p>
            <a:pPr lvl="1"/>
            <a:r>
              <a:t>Correlation heatmap between pollutants and AQI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</a:t>
            </a:r>
          </a:p>
          <a:p>
            <a:pPr lvl="1"/>
            <a:r>
              <a:t>Features: PM2.5, PM10, NO2, SO2, CO, O3</a:t>
            </a:r>
          </a:p>
          <a:p>
            <a:pPr lvl="1"/>
            <a:r>
              <a:t>Model: Random Forest Regressor (scikit-learn)</a:t>
            </a:r>
          </a:p>
          <a:p>
            <a:pPr lvl="1"/>
            <a:r>
              <a:t>Train-test split: 70% train / 30%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on sample dataset:</a:t>
            </a:r>
          </a:p>
          <a:p>
            <a:pPr lvl="1"/>
            <a:r>
              <a:t>Mean Absolute Error (MAE): 37.72</a:t>
            </a:r>
          </a:p>
          <a:p>
            <a:pPr lvl="1"/>
            <a:r>
              <a:t>R² Score: 0.9045 (≈90.45%)</a:t>
            </a:r>
          </a:p>
          <a:p>
            <a:pPr lvl="1"/>
            <a:r>
              <a:t>Interpretation: Good predictive performance on sample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contributors to AQI prediction:</a:t>
            </a:r>
          </a:p>
          <a:p>
            <a:pPr lvl="1"/>
            <a:r>
              <a:t>1. PM2.5 (highest importance)</a:t>
            </a:r>
          </a:p>
          <a:p>
            <a:pPr lvl="1"/>
            <a:r>
              <a:t>2. PM10</a:t>
            </a:r>
          </a:p>
          <a:p>
            <a:pPr lvl="1"/>
            <a:r>
              <a:t>Other features: NO2, SO2, CO, O3 (lower importance)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pPr lvl="1"/>
            <a:r>
              <a:t>Delhi and Mumbai show the highest average AQI in the sample.</a:t>
            </a:r>
          </a:p>
          <a:p>
            <a:pPr lvl="1"/>
            <a:r>
              <a:t>PM2.5 and PM10 are the major drivers of poor air quality.</a:t>
            </a:r>
          </a:p>
          <a:p>
            <a:pPr lvl="1"/>
            <a:r>
              <a:t>ML model can help forecast AQI for alert systems and policy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 to enhance the project:</a:t>
            </a:r>
          </a:p>
          <a:p>
            <a:pPr lvl="1"/>
            <a:r>
              <a:t>• Use full multi-year dataset (Kaggle) and more cities</a:t>
            </a:r>
          </a:p>
          <a:p>
            <a:pPr lvl="1"/>
            <a:r>
              <a:t>• Add meteorological features: temperature, humidity, wind</a:t>
            </a:r>
          </a:p>
          <a:p>
            <a:pPr lvl="1"/>
            <a:r>
              <a:t>• Deploy model with Streamlit and schedule automated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&amp;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components:</a:t>
            </a:r>
          </a:p>
          <a:p>
            <a:pPr lvl="1"/>
            <a:r>
              <a:t>• Jupyter Notebook (cleaned &amp; commented)</a:t>
            </a:r>
          </a:p>
          <a:p>
            <a:pPr lvl="1"/>
            <a:r>
              <a:t>• 'dataset' folder with CSV</a:t>
            </a:r>
          </a:p>
          <a:p>
            <a:pPr lvl="1"/>
            <a:r>
              <a:t>• 'models' folder to store trained model (.pkl)</a:t>
            </a:r>
          </a:p>
          <a:p>
            <a:pPr lvl="1"/>
            <a:r>
              <a:t>• README.md with project overview and instructions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/ 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Aditya Gupta</a:t>
            </a:r>
          </a:p>
          <a:p>
            <a:r>
              <a:t>Email: aditya@example.com</a:t>
            </a:r>
          </a:p>
          <a:p>
            <a:r>
              <a:t>College: Government Engineering College, Modasa</a:t>
            </a:r>
          </a:p>
          <a:p>
            <a:pPr lvl="1"/>
            <a:r>
              <a:t>Tools: Python, pandas, scikit-learn, matplotlib, seaborn, Streamlit (optional)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